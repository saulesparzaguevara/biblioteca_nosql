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9" r:id="rId3"/>
    <p:sldId id="284" r:id="rId4"/>
    <p:sldId id="285" r:id="rId5"/>
    <p:sldId id="287" r:id="rId6"/>
    <p:sldId id="288" r:id="rId7"/>
    <p:sldId id="286" r:id="rId8"/>
    <p:sldId id="290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29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Elena Parra" userId="5c1c9b111fe8029d" providerId="LiveId" clId="{3DC38286-16DE-428C-B86B-C4B02D75544E}"/>
    <pc:docChg chg="addSld modSld sldOrd">
      <pc:chgData name="MaElena Parra" userId="5c1c9b111fe8029d" providerId="LiveId" clId="{3DC38286-16DE-428C-B86B-C4B02D75544E}" dt="2026-10-28T18:36:49.181" v="35" actId="14100"/>
      <pc:docMkLst>
        <pc:docMk/>
      </pc:docMkLst>
      <pc:sldChg chg="modSp mod">
        <pc:chgData name="MaElena Parra" userId="5c1c9b111fe8029d" providerId="LiveId" clId="{3DC38286-16DE-428C-B86B-C4B02D75544E}" dt="2026-10-28T18:32:45.786" v="31" actId="790"/>
        <pc:sldMkLst>
          <pc:docMk/>
          <pc:sldMk cId="691446733" sldId="283"/>
        </pc:sldMkLst>
        <pc:spChg chg="mod">
          <ac:chgData name="MaElena Parra" userId="5c1c9b111fe8029d" providerId="LiveId" clId="{3DC38286-16DE-428C-B86B-C4B02D75544E}" dt="2026-10-28T18:32:45.786" v="31" actId="790"/>
          <ac:spMkLst>
            <pc:docMk/>
            <pc:sldMk cId="691446733" sldId="283"/>
            <ac:spMk id="2" creationId="{11197C7C-095A-F3F6-2CEF-36995816CC68}"/>
          </ac:spMkLst>
        </pc:spChg>
        <pc:spChg chg="mod">
          <ac:chgData name="MaElena Parra" userId="5c1c9b111fe8029d" providerId="LiveId" clId="{3DC38286-16DE-428C-B86B-C4B02D75544E}" dt="2026-10-28T18:32:45.786" v="31" actId="790"/>
          <ac:spMkLst>
            <pc:docMk/>
            <pc:sldMk cId="691446733" sldId="283"/>
            <ac:spMk id="3" creationId="{25A50A6D-7695-3B9D-F8A6-AC495583EC18}"/>
          </ac:spMkLst>
        </pc:spChg>
      </pc:sldChg>
      <pc:sldChg chg="modSp mod">
        <pc:chgData name="MaElena Parra" userId="5c1c9b111fe8029d" providerId="LiveId" clId="{3DC38286-16DE-428C-B86B-C4B02D75544E}" dt="2026-10-28T18:21:10.667" v="24" actId="1076"/>
        <pc:sldMkLst>
          <pc:docMk/>
          <pc:sldMk cId="3916129574" sldId="285"/>
        </pc:sldMkLst>
        <pc:picChg chg="mod">
          <ac:chgData name="MaElena Parra" userId="5c1c9b111fe8029d" providerId="LiveId" clId="{3DC38286-16DE-428C-B86B-C4B02D75544E}" dt="2026-10-28T18:21:10.667" v="24" actId="1076"/>
          <ac:picMkLst>
            <pc:docMk/>
            <pc:sldMk cId="3916129574" sldId="285"/>
            <ac:picMk id="3" creationId="{A47309AA-B849-9AFF-D0E1-DAFD6A6E3CBE}"/>
          </ac:picMkLst>
        </pc:picChg>
      </pc:sldChg>
      <pc:sldChg chg="addSp modSp mod ord">
        <pc:chgData name="MaElena Parra" userId="5c1c9b111fe8029d" providerId="LiveId" clId="{3DC38286-16DE-428C-B86B-C4B02D75544E}" dt="2026-10-28T18:22:31.189" v="25" actId="1076"/>
        <pc:sldMkLst>
          <pc:docMk/>
          <pc:sldMk cId="648234852" sldId="287"/>
        </pc:sldMkLst>
        <pc:picChg chg="add mod">
          <ac:chgData name="MaElena Parra" userId="5c1c9b111fe8029d" providerId="LiveId" clId="{3DC38286-16DE-428C-B86B-C4B02D75544E}" dt="2026-10-28T18:22:31.189" v="25" actId="1076"/>
          <ac:picMkLst>
            <pc:docMk/>
            <pc:sldMk cId="648234852" sldId="287"/>
            <ac:picMk id="3" creationId="{EC252C39-350E-22FB-FD99-11E28201026B}"/>
          </ac:picMkLst>
        </pc:picChg>
      </pc:sldChg>
      <pc:sldChg chg="addSp modSp mod ord">
        <pc:chgData name="MaElena Parra" userId="5c1c9b111fe8029d" providerId="LiveId" clId="{3DC38286-16DE-428C-B86B-C4B02D75544E}" dt="2026-10-28T18:32:33.199" v="30" actId="14100"/>
        <pc:sldMkLst>
          <pc:docMk/>
          <pc:sldMk cId="4188034118" sldId="288"/>
        </pc:sldMkLst>
        <pc:picChg chg="add mod">
          <ac:chgData name="MaElena Parra" userId="5c1c9b111fe8029d" providerId="LiveId" clId="{3DC38286-16DE-428C-B86B-C4B02D75544E}" dt="2026-10-28T18:32:33.199" v="30" actId="14100"/>
          <ac:picMkLst>
            <pc:docMk/>
            <pc:sldMk cId="4188034118" sldId="288"/>
            <ac:picMk id="3" creationId="{3B9F8BF2-0482-D0A6-45F6-A1B92347F706}"/>
          </ac:picMkLst>
        </pc:picChg>
      </pc:sldChg>
      <pc:sldChg chg="modSp new mod">
        <pc:chgData name="MaElena Parra" userId="5c1c9b111fe8029d" providerId="LiveId" clId="{3DC38286-16DE-428C-B86B-C4B02D75544E}" dt="2026-10-28T18:32:45.786" v="31" actId="790"/>
        <pc:sldMkLst>
          <pc:docMk/>
          <pc:sldMk cId="3912656499" sldId="289"/>
        </pc:sldMkLst>
        <pc:spChg chg="mod">
          <ac:chgData name="MaElena Parra" userId="5c1c9b111fe8029d" providerId="LiveId" clId="{3DC38286-16DE-428C-B86B-C4B02D75544E}" dt="2026-10-28T18:32:45.786" v="31" actId="790"/>
          <ac:spMkLst>
            <pc:docMk/>
            <pc:sldMk cId="3912656499" sldId="289"/>
            <ac:spMk id="2" creationId="{026980CF-4BFB-E87C-9B17-1FD43E68DDD0}"/>
          </ac:spMkLst>
        </pc:spChg>
        <pc:spChg chg="mod">
          <ac:chgData name="MaElena Parra" userId="5c1c9b111fe8029d" providerId="LiveId" clId="{3DC38286-16DE-428C-B86B-C4B02D75544E}" dt="2026-10-28T18:32:45.786" v="31" actId="790"/>
          <ac:spMkLst>
            <pc:docMk/>
            <pc:sldMk cId="3912656499" sldId="289"/>
            <ac:spMk id="3" creationId="{E58F2EB3-8D5A-99B8-4A02-0FEAD26C3FF1}"/>
          </ac:spMkLst>
        </pc:spChg>
      </pc:sldChg>
      <pc:sldChg chg="addSp modSp new mod">
        <pc:chgData name="MaElena Parra" userId="5c1c9b111fe8029d" providerId="LiveId" clId="{3DC38286-16DE-428C-B86B-C4B02D75544E}" dt="2026-10-28T18:36:49.181" v="35" actId="14100"/>
        <pc:sldMkLst>
          <pc:docMk/>
          <pc:sldMk cId="2617769949" sldId="290"/>
        </pc:sldMkLst>
        <pc:picChg chg="add mod">
          <ac:chgData name="MaElena Parra" userId="5c1c9b111fe8029d" providerId="LiveId" clId="{3DC38286-16DE-428C-B86B-C4B02D75544E}" dt="2026-10-28T18:36:49.181" v="35" actId="14100"/>
          <ac:picMkLst>
            <pc:docMk/>
            <pc:sldMk cId="2617769949" sldId="290"/>
            <ac:picMk id="3" creationId="{99D1F619-A1FA-6E26-C6FB-826D0AE7AD8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96F82-BD53-305F-2C7A-637B47C6D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47BAF5-15B9-A7E7-3AE5-41264A9C7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6269ED-1114-591E-4146-5E296FF12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C4E6C3-7BD8-22E6-8C48-E128469E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B306A9-1260-BD90-888F-9D47003F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723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A7B51-719F-12AC-1F19-B2F8AFEE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B2F857-88B1-7071-AD27-31DC4DCEE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4BBC15-88B1-681B-38F3-9A51BE7C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92C52A-4654-F813-2F87-59A9E31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79019C-B8B4-DD59-10E9-AC33E26E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001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DD0E5-739E-CC46-A6C7-FC1540D8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5F7503-86D3-8F75-80B3-D496AD22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4C9E4F-CC70-F0C5-F2B3-E8E2365F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266138-B207-7D66-D110-F1365CB65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2372E6-6315-E02D-16BB-E615C2FE7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1215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4B68E-B944-F3AF-8C95-02DEC3C9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784EF-7C6D-6FA2-4707-736F3CA4E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48A6B1-28C5-724D-2B34-A85FFC00B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B267E5-A46A-E416-9F26-9DE2EBF7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C468E4-64F6-F2AB-F64A-2BCEB585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88EF85-5506-F26F-9C17-D5AD185B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991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B662D-B101-B2F0-1564-A6A33F67F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0C2036-9FEC-856A-42AE-8486804B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14483C-0312-E0A2-F6FD-40A00803F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838244-897C-BCFA-5135-CF72913B1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CC15F2-50C7-F6E3-8E6A-064E28428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BDC534A-E925-DCE6-5E5E-0E8E8E0EF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6A37E9-B529-AF20-A735-D6A63518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9A677A-0772-61A3-88D1-1E490EC0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31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249AA-FDCD-6E8C-7A15-54A780DB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2DDFA20-CB32-D49E-370C-526EA5FB9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3AF87F-362F-73B5-5B9F-E9383E1E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A80D9B-893C-36A8-7F5E-7EDB84CA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0610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F68584-4F2F-CBA7-32B8-218134A5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FE0F94-6701-FE4D-94EC-20DCC59D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73D7B8-2FF2-1BCF-CE0E-FAF9EBA5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9424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08374-1B51-356E-0A14-A55FE6867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457232-1F17-0ADE-B20A-9641C9A97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9FB18A-A45F-AE35-B00F-7C3D42B4D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FE0471-C267-36EF-F5A7-C21BA4D8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A797B2-B7D3-5597-DB08-D04841A1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DDD47B-C083-78EF-8F6E-4033A9B0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3688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E3CB3-AE91-61C9-1183-E9C86F499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ADD826-A16D-C722-030D-A3C3D462439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DE8B8E-180F-CFDE-5410-98D8DB6BE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B8C9B5-4682-FE48-6340-A189687C2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C1D90C-146B-8D47-AB9C-C33CC455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4035FA-D630-CEDE-17FE-3286C7AB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73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ADAF1-5EC8-AF1E-F397-C923066B2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7D9086-EFE8-3FD9-087E-47A62742E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0AA134-6633-B29E-8101-AF323D04A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09DC0B-796F-61D1-C360-E57E3A1B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A1129A-9FF8-02B8-CCAA-38794EFE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0040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630A8D-B4A6-1399-E425-712084A98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30DC84-9F79-4BF3-A622-C2EFD5EE3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626BA1-629C-101E-9E49-CD8037C3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629DF3-CA55-0C2F-8CE2-33B617D0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A1C045-A6D4-B4D3-62D5-9E403EB2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795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4241761-5401-60F4-AF27-DE393CF0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E226BE-88BB-988D-CE95-922B99B8E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42200B-CEFB-126A-1B28-96C181512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5FA5A-385B-477C-82BA-E38EFC6B91D7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C38ABD-0BA3-30D5-2586-55736CD37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692940-B0FE-4C4A-3798-DBB4D147E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E6BDF-EFDF-49FA-83E4-207BAF00CB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45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97C7C-095A-F3F6-2CEF-36995816C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noProof="0" dirty="0">
                <a:solidFill>
                  <a:schemeClr val="accent3"/>
                </a:solidFill>
              </a:rPr>
              <a:t>03 P</a:t>
            </a:r>
            <a:r>
              <a:rPr lang="es-MX" noProof="0" dirty="0"/>
              <a:t>arte – </a:t>
            </a:r>
            <a:r>
              <a:rPr lang="es-MX" noProof="0" dirty="0">
                <a:solidFill>
                  <a:schemeClr val="accent3"/>
                </a:solidFill>
              </a:rPr>
              <a:t>E</a:t>
            </a:r>
            <a:r>
              <a:rPr lang="es-MX" noProof="0" dirty="0"/>
              <a:t>valuación</a:t>
            </a:r>
            <a:br>
              <a:rPr lang="es-MX" noProof="0" dirty="0"/>
            </a:br>
            <a:r>
              <a:rPr lang="es-MX" noProof="0" dirty="0">
                <a:solidFill>
                  <a:schemeClr val="accent3"/>
                </a:solidFill>
              </a:rPr>
              <a:t>M</a:t>
            </a:r>
            <a:r>
              <a:rPr lang="es-MX" noProof="0" dirty="0"/>
              <a:t>ongo</a:t>
            </a:r>
            <a:r>
              <a:rPr lang="es-MX" noProof="0" dirty="0">
                <a:solidFill>
                  <a:schemeClr val="accent3"/>
                </a:solidFill>
              </a:rPr>
              <a:t>DB</a:t>
            </a:r>
            <a:r>
              <a:rPr lang="es-MX" noProof="0" dirty="0"/>
              <a:t> </a:t>
            </a:r>
            <a:r>
              <a:rPr lang="es-MX" noProof="0" dirty="0">
                <a:solidFill>
                  <a:schemeClr val="accent3"/>
                </a:solidFill>
              </a:rPr>
              <a:t>A</a:t>
            </a:r>
            <a:r>
              <a:rPr lang="es-MX" noProof="0" dirty="0"/>
              <a:t>tlas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A50A6D-7695-3B9D-F8A6-AC495583E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18569"/>
            <a:ext cx="9144000" cy="1655762"/>
          </a:xfrm>
        </p:spPr>
        <p:txBody>
          <a:bodyPr/>
          <a:lstStyle/>
          <a:p>
            <a:r>
              <a:rPr lang="es-MX" noProof="0" dirty="0"/>
              <a:t>ESTUDIANTE: </a:t>
            </a:r>
          </a:p>
          <a:p>
            <a:r>
              <a:rPr lang="es-MX" noProof="0" dirty="0"/>
              <a:t>Esparza Guevara Saúl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7B7ED1-BE53-0EB0-8C16-D37CAED39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24" y="5134180"/>
            <a:ext cx="6605409" cy="13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4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980CF-4BFB-E87C-9B17-1FD43E68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>
                <a:solidFill>
                  <a:schemeClr val="accent3"/>
                </a:solidFill>
              </a:rPr>
              <a:t>E</a:t>
            </a:r>
            <a:r>
              <a:rPr lang="es-MX" noProof="0" dirty="0"/>
              <a:t>specificaciones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8F2EB3-8D5A-99B8-4A02-0FEAD26C3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noProof="0" dirty="0"/>
              <a:t>Considerando la información del </a:t>
            </a:r>
            <a:r>
              <a:rPr lang="es-MX" noProof="0" dirty="0" err="1"/>
              <a:t>frontend</a:t>
            </a:r>
            <a:r>
              <a:rPr lang="es-MX" dirty="0"/>
              <a:t>:</a:t>
            </a:r>
          </a:p>
          <a:p>
            <a:pPr lvl="1"/>
            <a:r>
              <a:rPr lang="es-MX" noProof="0" dirty="0"/>
              <a:t>Grabar el proceso </a:t>
            </a:r>
            <a:r>
              <a:rPr lang="es-MX" dirty="0"/>
              <a:t>(1 integrante del equipo), realizando el intercambio correspondiente.</a:t>
            </a:r>
          </a:p>
          <a:p>
            <a:pPr lvl="1"/>
            <a:r>
              <a:rPr lang="es-MX" noProof="0" dirty="0"/>
              <a:t>En la B</a:t>
            </a:r>
            <a:r>
              <a:rPr lang="es-MX" dirty="0"/>
              <a:t>D Biblioteca, agregar las colecciones necesarias.</a:t>
            </a:r>
          </a:p>
          <a:p>
            <a:pPr lvl="1"/>
            <a:r>
              <a:rPr lang="es-MX" noProof="0" dirty="0"/>
              <a:t>Agregar 300 usuarios.</a:t>
            </a:r>
          </a:p>
          <a:p>
            <a:pPr lvl="1"/>
            <a:r>
              <a:rPr lang="es-MX" noProof="0" dirty="0"/>
              <a:t>Generar 30 prestamos diferentes.</a:t>
            </a:r>
          </a:p>
          <a:p>
            <a:pPr lvl="1"/>
            <a:r>
              <a:rPr lang="es-MX" dirty="0"/>
              <a:t>Evidenciar el proceso de CRUD.</a:t>
            </a:r>
          </a:p>
          <a:p>
            <a:pPr lvl="1"/>
            <a:r>
              <a:rPr lang="es-MX" noProof="0" dirty="0"/>
              <a:t>Realizar 3 </a:t>
            </a:r>
            <a:r>
              <a:rPr lang="es-MX" dirty="0"/>
              <a:t>consultas complejas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912656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D89C06-6249-E135-84F2-08EAC8E1D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227" y="230753"/>
            <a:ext cx="9049373" cy="621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59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7309AA-B849-9AFF-D0E1-DAFD6A6E3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44" y="126913"/>
            <a:ext cx="8804469" cy="673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2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252C39-350E-22FB-FD99-11E282010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29" y="161313"/>
            <a:ext cx="7626742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3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9F8BF2-0482-D0A6-45F6-A1B92347F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68" y="336391"/>
            <a:ext cx="10237232" cy="650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3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056F87-A239-9BEC-58C2-D1E7BF948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835" y="390369"/>
            <a:ext cx="8344329" cy="607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2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D1F619-A1FA-6E26-C6FB-826D0AE7A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06" y="566884"/>
            <a:ext cx="10609950" cy="513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699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F0F0F0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62</Words>
  <Application>Microsoft Office PowerPoint</Application>
  <PresentationFormat>Panorámica</PresentationFormat>
  <Paragraphs>11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03 Parte – Evaluación MongoDB Atlas</vt:lpstr>
      <vt:lpstr>Especificaciones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Parte – Evaluación MongoDB Atlas</dc:title>
  <dc:creator>MaElena Parra</dc:creator>
  <cp:lastModifiedBy>Saúl Esparza Guevara</cp:lastModifiedBy>
  <cp:revision>3</cp:revision>
  <dcterms:created xsi:type="dcterms:W3CDTF">2026-10-28T17:08:08Z</dcterms:created>
  <dcterms:modified xsi:type="dcterms:W3CDTF">2026-10-28T20:01:20Z</dcterms:modified>
</cp:coreProperties>
</file>